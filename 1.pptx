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257" r:id="rId2"/>
  </p:sldIdLst>
  <p:sldSz cx="7199313" cy="1079976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03" userDrawn="1">
          <p15:clr>
            <a:srgbClr val="A4A3A4"/>
          </p15:clr>
        </p15:guide>
        <p15:guide id="2" pos="22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淡色スタイル 3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中間スタイル 1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4660"/>
  </p:normalViewPr>
  <p:slideViewPr>
    <p:cSldViewPr snapToGrid="0">
      <p:cViewPr>
        <p:scale>
          <a:sx n="66" d="100"/>
          <a:sy n="66" d="100"/>
        </p:scale>
        <p:origin x="2610" y="48"/>
      </p:cViewPr>
      <p:guideLst>
        <p:guide orient="horz" pos="3403"/>
        <p:guide pos="22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407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宰 山本" userId="3588b84fc98a27d2" providerId="LiveId" clId="{D2F3030E-951A-46EE-8E26-B7C61A4D946B}"/>
    <pc:docChg chg="undo custSel modSld modMainMaster">
      <pc:chgData name="宰 山本" userId="3588b84fc98a27d2" providerId="LiveId" clId="{D2F3030E-951A-46EE-8E26-B7C61A4D946B}" dt="2025-04-29T14:30:40.367" v="816" actId="20577"/>
      <pc:docMkLst>
        <pc:docMk/>
      </pc:docMkLst>
      <pc:sldChg chg="modSp mod">
        <pc:chgData name="宰 山本" userId="3588b84fc98a27d2" providerId="LiveId" clId="{D2F3030E-951A-46EE-8E26-B7C61A4D946B}" dt="2025-04-25T13:32:12.532" v="1" actId="1076"/>
        <pc:sldMkLst>
          <pc:docMk/>
          <pc:sldMk cId="2447280567" sldId="256"/>
        </pc:sldMkLst>
        <pc:spChg chg="mod">
          <ac:chgData name="宰 山本" userId="3588b84fc98a27d2" providerId="LiveId" clId="{D2F3030E-951A-46EE-8E26-B7C61A4D946B}" dt="2025-04-25T13:32:12.532" v="1" actId="1076"/>
          <ac:spMkLst>
            <pc:docMk/>
            <pc:sldMk cId="2447280567" sldId="256"/>
            <ac:spMk id="6" creationId="{85BBE4B3-CB42-6863-85F2-DAE75396D665}"/>
          </ac:spMkLst>
        </pc:spChg>
      </pc:sldChg>
      <pc:sldChg chg="addSp delSp modSp mod">
        <pc:chgData name="宰 山本" userId="3588b84fc98a27d2" providerId="LiveId" clId="{D2F3030E-951A-46EE-8E26-B7C61A4D946B}" dt="2025-04-29T10:23:11.277" v="616" actId="20577"/>
        <pc:sldMkLst>
          <pc:docMk/>
          <pc:sldMk cId="807201212" sldId="259"/>
        </pc:sldMkLst>
        <pc:spChg chg="mod">
          <ac:chgData name="宰 山本" userId="3588b84fc98a27d2" providerId="LiveId" clId="{D2F3030E-951A-46EE-8E26-B7C61A4D946B}" dt="2025-04-29T09:53:22.500" v="18" actId="14100"/>
          <ac:spMkLst>
            <pc:docMk/>
            <pc:sldMk cId="807201212" sldId="259"/>
            <ac:spMk id="2" creationId="{F8D74268-6CE6-3412-4286-25FDC97669FF}"/>
          </ac:spMkLst>
        </pc:spChg>
        <pc:spChg chg="add mod">
          <ac:chgData name="宰 山本" userId="3588b84fc98a27d2" providerId="LiveId" clId="{D2F3030E-951A-46EE-8E26-B7C61A4D946B}" dt="2025-04-29T10:14:11.016" v="384" actId="208"/>
          <ac:spMkLst>
            <pc:docMk/>
            <pc:sldMk cId="807201212" sldId="259"/>
            <ac:spMk id="4" creationId="{C1B8C2FB-FB45-107A-5283-0F1F60C06B66}"/>
          </ac:spMkLst>
        </pc:spChg>
        <pc:spChg chg="del">
          <ac:chgData name="宰 山本" userId="3588b84fc98a27d2" providerId="LiveId" clId="{D2F3030E-951A-46EE-8E26-B7C61A4D946B}" dt="2025-04-29T09:53:04.801" v="17" actId="478"/>
          <ac:spMkLst>
            <pc:docMk/>
            <pc:sldMk cId="807201212" sldId="259"/>
            <ac:spMk id="7" creationId="{41F4152A-6CB4-6D86-163D-D6EAE4CBB683}"/>
          </ac:spMkLst>
        </pc:spChg>
        <pc:spChg chg="add mod">
          <ac:chgData name="宰 山本" userId="3588b84fc98a27d2" providerId="LiveId" clId="{D2F3030E-951A-46EE-8E26-B7C61A4D946B}" dt="2025-04-29T09:59:41.412" v="92" actId="1076"/>
          <ac:spMkLst>
            <pc:docMk/>
            <pc:sldMk cId="807201212" sldId="259"/>
            <ac:spMk id="8" creationId="{FA40A063-4564-E827-02A4-DEA3FBA07DA3}"/>
          </ac:spMkLst>
        </pc:spChg>
        <pc:spChg chg="add del mod">
          <ac:chgData name="宰 山本" userId="3588b84fc98a27d2" providerId="LiveId" clId="{D2F3030E-951A-46EE-8E26-B7C61A4D946B}" dt="2025-04-29T10:00:49.045" v="161" actId="478"/>
          <ac:spMkLst>
            <pc:docMk/>
            <pc:sldMk cId="807201212" sldId="259"/>
            <ac:spMk id="10" creationId="{24D5C14D-39F6-11DD-EE97-B2E8AE72AF84}"/>
          </ac:spMkLst>
        </pc:spChg>
        <pc:spChg chg="mod">
          <ac:chgData name="宰 山本" userId="3588b84fc98a27d2" providerId="LiveId" clId="{D2F3030E-951A-46EE-8E26-B7C61A4D946B}" dt="2025-04-29T10:23:11.277" v="616" actId="20577"/>
          <ac:spMkLst>
            <pc:docMk/>
            <pc:sldMk cId="807201212" sldId="259"/>
            <ac:spMk id="13" creationId="{25FB9E81-5203-2940-FFFA-D2AACAD58100}"/>
          </ac:spMkLst>
        </pc:spChg>
        <pc:spChg chg="del">
          <ac:chgData name="宰 山本" userId="3588b84fc98a27d2" providerId="LiveId" clId="{D2F3030E-951A-46EE-8E26-B7C61A4D946B}" dt="2025-04-29T09:50:12.255" v="2" actId="478"/>
          <ac:spMkLst>
            <pc:docMk/>
            <pc:sldMk cId="807201212" sldId="259"/>
            <ac:spMk id="17" creationId="{9E3556BB-62CD-50B4-C9C2-97A0C7DCA79F}"/>
          </ac:spMkLst>
        </pc:spChg>
        <pc:spChg chg="mod">
          <ac:chgData name="宰 山本" userId="3588b84fc98a27d2" providerId="LiveId" clId="{D2F3030E-951A-46EE-8E26-B7C61A4D946B}" dt="2025-04-29T10:12:53.628" v="380" actId="20577"/>
          <ac:spMkLst>
            <pc:docMk/>
            <pc:sldMk cId="807201212" sldId="259"/>
            <ac:spMk id="18" creationId="{47E20221-BE0E-8023-05BF-8998EB05D5F2}"/>
          </ac:spMkLst>
        </pc:spChg>
      </pc:sldChg>
      <pc:sldChg chg="modSp mod">
        <pc:chgData name="宰 山本" userId="3588b84fc98a27d2" providerId="LiveId" clId="{D2F3030E-951A-46EE-8E26-B7C61A4D946B}" dt="2025-04-29T14:30:40.367" v="816" actId="20577"/>
        <pc:sldMkLst>
          <pc:docMk/>
          <pc:sldMk cId="1676632486" sldId="396"/>
        </pc:sldMkLst>
        <pc:spChg chg="mod">
          <ac:chgData name="宰 山本" userId="3588b84fc98a27d2" providerId="LiveId" clId="{D2F3030E-951A-46EE-8E26-B7C61A4D946B}" dt="2025-04-29T10:23:29.480" v="621" actId="14100"/>
          <ac:spMkLst>
            <pc:docMk/>
            <pc:sldMk cId="1676632486" sldId="396"/>
            <ac:spMk id="2" creationId="{9892C3E2-0EE9-C68B-3E26-9FEE6398F26A}"/>
          </ac:spMkLst>
        </pc:spChg>
        <pc:spChg chg="mod">
          <ac:chgData name="宰 山本" userId="3588b84fc98a27d2" providerId="LiveId" clId="{D2F3030E-951A-46EE-8E26-B7C61A4D946B}" dt="2025-04-29T14:30:40.367" v="816" actId="20577"/>
          <ac:spMkLst>
            <pc:docMk/>
            <pc:sldMk cId="1676632486" sldId="396"/>
            <ac:spMk id="6" creationId="{C13C6BFF-5EB2-126A-1BD6-6391A438F353}"/>
          </ac:spMkLst>
        </pc:spChg>
      </pc:sldChg>
      <pc:sldMasterChg chg="modSp mod">
        <pc:chgData name="宰 山本" userId="3588b84fc98a27d2" providerId="LiveId" clId="{D2F3030E-951A-46EE-8E26-B7C61A4D946B}" dt="2025-04-29T09:55:24.067" v="20" actId="207"/>
        <pc:sldMasterMkLst>
          <pc:docMk/>
          <pc:sldMasterMk cId="98096948" sldId="2147483684"/>
        </pc:sldMasterMkLst>
        <pc:spChg chg="mod">
          <ac:chgData name="宰 山本" userId="3588b84fc98a27d2" providerId="LiveId" clId="{D2F3030E-951A-46EE-8E26-B7C61A4D946B}" dt="2025-04-29T09:55:24.067" v="20" actId="207"/>
          <ac:spMkLst>
            <pc:docMk/>
            <pc:sldMasterMk cId="98096948" sldId="2147483684"/>
            <ac:spMk id="8" creationId="{F346C0C3-5F1B-51CC-E13A-6B520A53561E}"/>
          </ac:spMkLst>
        </pc:spChg>
        <pc:spChg chg="mod">
          <ac:chgData name="宰 山本" userId="3588b84fc98a27d2" providerId="LiveId" clId="{D2F3030E-951A-46EE-8E26-B7C61A4D946B}" dt="2025-04-29T09:55:24.067" v="20" actId="207"/>
          <ac:spMkLst>
            <pc:docMk/>
            <pc:sldMasterMk cId="98096948" sldId="2147483684"/>
            <ac:spMk id="9" creationId="{136ED71F-EA10-7EB3-1601-4CB0B18D4947}"/>
          </ac:spMkLst>
        </pc:spChg>
        <pc:grpChg chg="mod">
          <ac:chgData name="宰 山本" userId="3588b84fc98a27d2" providerId="LiveId" clId="{D2F3030E-951A-46EE-8E26-B7C61A4D946B}" dt="2025-04-29T09:55:24.067" v="20" actId="207"/>
          <ac:grpSpMkLst>
            <pc:docMk/>
            <pc:sldMasterMk cId="98096948" sldId="2147483684"/>
            <ac:grpSpMk id="7" creationId="{37B5A4BD-4A78-4CF2-61AD-45548296FF4F}"/>
          </ac:grpSpMkLst>
        </pc:grpChg>
      </pc:sldMasterChg>
    </pc:docChg>
  </pc:docChgLst>
  <pc:docChgLst>
    <pc:chgData name="宰 山本" userId="3588b84fc98a27d2" providerId="LiveId" clId="{017FB11A-ED17-49E0-A159-C72AD14B9640}"/>
    <pc:docChg chg="undo custSel addSld delSld modSld sldOrd">
      <pc:chgData name="宰 山本" userId="3588b84fc98a27d2" providerId="LiveId" clId="{017FB11A-ED17-49E0-A159-C72AD14B9640}" dt="2025-04-30T14:54:14.017" v="3100" actId="20577"/>
      <pc:docMkLst>
        <pc:docMk/>
      </pc:docMkLst>
      <pc:sldChg chg="addSp delSp modSp mod">
        <pc:chgData name="宰 山本" userId="3588b84fc98a27d2" providerId="LiveId" clId="{017FB11A-ED17-49E0-A159-C72AD14B9640}" dt="2025-04-30T14:50:55.100" v="2912"/>
        <pc:sldMkLst>
          <pc:docMk/>
          <pc:sldMk cId="807201212" sldId="259"/>
        </pc:sldMkLst>
        <pc:spChg chg="add del mod">
          <ac:chgData name="宰 山本" userId="3588b84fc98a27d2" providerId="LiveId" clId="{017FB11A-ED17-49E0-A159-C72AD14B9640}" dt="2025-04-30T14:48:56.181" v="2853" actId="21"/>
          <ac:spMkLst>
            <pc:docMk/>
            <pc:sldMk cId="807201212" sldId="259"/>
            <ac:spMk id="6" creationId="{2D913229-9FAC-BC5B-0410-7D5114AEE548}"/>
          </ac:spMkLst>
        </pc:spChg>
        <pc:spChg chg="del mod">
          <ac:chgData name="宰 山本" userId="3588b84fc98a27d2" providerId="LiveId" clId="{017FB11A-ED17-49E0-A159-C72AD14B9640}" dt="2025-04-30T14:48:56.193" v="2855"/>
          <ac:spMkLst>
            <pc:docMk/>
            <pc:sldMk cId="807201212" sldId="259"/>
            <ac:spMk id="8" creationId="{FA40A063-4564-E827-02A4-DEA3FBA07DA3}"/>
          </ac:spMkLst>
        </pc:spChg>
        <pc:spChg chg="mod">
          <ac:chgData name="宰 山本" userId="3588b84fc98a27d2" providerId="LiveId" clId="{017FB11A-ED17-49E0-A159-C72AD14B9640}" dt="2025-04-30T14:50:54.559" v="2910" actId="1076"/>
          <ac:spMkLst>
            <pc:docMk/>
            <pc:sldMk cId="807201212" sldId="259"/>
            <ac:spMk id="13" creationId="{25FB9E81-5203-2940-FFFA-D2AACAD58100}"/>
          </ac:spMkLst>
        </pc:spChg>
        <pc:spChg chg="del mod">
          <ac:chgData name="宰 山本" userId="3588b84fc98a27d2" providerId="LiveId" clId="{017FB11A-ED17-49E0-A159-C72AD14B9640}" dt="2025-04-30T14:50:55.100" v="2912"/>
          <ac:spMkLst>
            <pc:docMk/>
            <pc:sldMk cId="807201212" sldId="259"/>
            <ac:spMk id="18" creationId="{47E20221-BE0E-8023-05BF-8998EB05D5F2}"/>
          </ac:spMkLst>
        </pc:spChg>
        <pc:grpChg chg="del">
          <ac:chgData name="宰 山本" userId="3588b84fc98a27d2" providerId="LiveId" clId="{017FB11A-ED17-49E0-A159-C72AD14B9640}" dt="2025-04-30T14:27:26.878" v="2109" actId="478"/>
          <ac:grpSpMkLst>
            <pc:docMk/>
            <pc:sldMk cId="807201212" sldId="259"/>
            <ac:grpSpMk id="5" creationId="{A7A46996-5A5B-F89B-4377-1099AA1B9C27}"/>
          </ac:grpSpMkLst>
        </pc:grpChg>
      </pc:sldChg>
      <pc:sldChg chg="modSp mod ord">
        <pc:chgData name="宰 山本" userId="3588b84fc98a27d2" providerId="LiveId" clId="{017FB11A-ED17-49E0-A159-C72AD14B9640}" dt="2025-04-30T13:39:23.108" v="1409"/>
        <pc:sldMkLst>
          <pc:docMk/>
          <pc:sldMk cId="2713477006" sldId="260"/>
        </pc:sldMkLst>
        <pc:spChg chg="mod">
          <ac:chgData name="宰 山本" userId="3588b84fc98a27d2" providerId="LiveId" clId="{017FB11A-ED17-49E0-A159-C72AD14B9640}" dt="2025-04-30T13:38:21.404" v="1403" actId="20577"/>
          <ac:spMkLst>
            <pc:docMk/>
            <pc:sldMk cId="2713477006" sldId="260"/>
            <ac:spMk id="2" creationId="{221CCC4A-125B-E4EB-D5A7-225D0A47C8F8}"/>
          </ac:spMkLst>
        </pc:spChg>
      </pc:sldChg>
      <pc:sldChg chg="addSp delSp modSp del mod ord">
        <pc:chgData name="宰 山本" userId="3588b84fc98a27d2" providerId="LiveId" clId="{017FB11A-ED17-49E0-A159-C72AD14B9640}" dt="2025-04-30T13:41:23.049" v="1488" actId="47"/>
        <pc:sldMkLst>
          <pc:docMk/>
          <pc:sldMk cId="251718009" sldId="261"/>
        </pc:sldMkLst>
        <pc:spChg chg="add del mod">
          <ac:chgData name="宰 山本" userId="3588b84fc98a27d2" providerId="LiveId" clId="{017FB11A-ED17-49E0-A159-C72AD14B9640}" dt="2025-04-30T12:23:24.495" v="4"/>
          <ac:spMkLst>
            <pc:docMk/>
            <pc:sldMk cId="251718009" sldId="261"/>
            <ac:spMk id="6" creationId="{A7165600-93EB-DABC-CD07-5981D32FA79E}"/>
          </ac:spMkLst>
        </pc:spChg>
        <pc:picChg chg="add mod">
          <ac:chgData name="宰 山本" userId="3588b84fc98a27d2" providerId="LiveId" clId="{017FB11A-ED17-49E0-A159-C72AD14B9640}" dt="2025-04-30T12:23:19.825" v="2" actId="1076"/>
          <ac:picMkLst>
            <pc:docMk/>
            <pc:sldMk cId="251718009" sldId="261"/>
            <ac:picMk id="3" creationId="{7578A1A0-A865-16ED-FE90-7177DB10CE29}"/>
          </ac:picMkLst>
        </pc:picChg>
        <pc:picChg chg="del">
          <ac:chgData name="宰 山本" userId="3588b84fc98a27d2" providerId="LiveId" clId="{017FB11A-ED17-49E0-A159-C72AD14B9640}" dt="2025-04-30T12:23:21.627" v="3" actId="21"/>
          <ac:picMkLst>
            <pc:docMk/>
            <pc:sldMk cId="251718009" sldId="261"/>
            <ac:picMk id="5" creationId="{4A34BCE4-EED8-7334-FFE6-09D4C063C6CB}"/>
          </ac:picMkLst>
        </pc:picChg>
        <pc:picChg chg="del">
          <ac:chgData name="宰 山本" userId="3588b84fc98a27d2" providerId="LiveId" clId="{017FB11A-ED17-49E0-A159-C72AD14B9640}" dt="2025-04-30T12:23:14.995" v="0" actId="21"/>
          <ac:picMkLst>
            <pc:docMk/>
            <pc:sldMk cId="251718009" sldId="261"/>
            <ac:picMk id="7" creationId="{44C7EC4F-558F-8D28-3166-6AEDEA845AF7}"/>
          </ac:picMkLst>
        </pc:picChg>
        <pc:picChg chg="add mod">
          <ac:chgData name="宰 山本" userId="3588b84fc98a27d2" providerId="LiveId" clId="{017FB11A-ED17-49E0-A159-C72AD14B9640}" dt="2025-04-30T13:38:55.719" v="1406" actId="14100"/>
          <ac:picMkLst>
            <pc:docMk/>
            <pc:sldMk cId="251718009" sldId="261"/>
            <ac:picMk id="8" creationId="{03BDF01F-82AA-F66B-81B3-2B7CF6904C5C}"/>
          </ac:picMkLst>
        </pc:picChg>
      </pc:sldChg>
      <pc:sldChg chg="addSp delSp modSp mod">
        <pc:chgData name="宰 山本" userId="3588b84fc98a27d2" providerId="LiveId" clId="{017FB11A-ED17-49E0-A159-C72AD14B9640}" dt="2025-04-30T13:35:43.536" v="1362" actId="1076"/>
        <pc:sldMkLst>
          <pc:docMk/>
          <pc:sldMk cId="1524092172" sldId="262"/>
        </pc:sldMkLst>
        <pc:picChg chg="del mod">
          <ac:chgData name="宰 山本" userId="3588b84fc98a27d2" providerId="LiveId" clId="{017FB11A-ED17-49E0-A159-C72AD14B9640}" dt="2025-04-30T13:35:35.503" v="1358" actId="21"/>
          <ac:picMkLst>
            <pc:docMk/>
            <pc:sldMk cId="1524092172" sldId="262"/>
            <ac:picMk id="3" creationId="{251A3DB8-EDF8-DEF3-DB2F-12EA9640EAF0}"/>
          </ac:picMkLst>
        </pc:picChg>
        <pc:picChg chg="add mod">
          <ac:chgData name="宰 山本" userId="3588b84fc98a27d2" providerId="LiveId" clId="{017FB11A-ED17-49E0-A159-C72AD14B9640}" dt="2025-04-30T13:35:43.536" v="1362" actId="1076"/>
          <ac:picMkLst>
            <pc:docMk/>
            <pc:sldMk cId="1524092172" sldId="262"/>
            <ac:picMk id="4" creationId="{7668100E-90D3-0859-1E57-586977328748}"/>
          </ac:picMkLst>
        </pc:picChg>
        <pc:picChg chg="del mod">
          <ac:chgData name="宰 山本" userId="3588b84fc98a27d2" providerId="LiveId" clId="{017FB11A-ED17-49E0-A159-C72AD14B9640}" dt="2025-04-30T13:35:35.503" v="1358" actId="21"/>
          <ac:picMkLst>
            <pc:docMk/>
            <pc:sldMk cId="1524092172" sldId="262"/>
            <ac:picMk id="5" creationId="{67F90BEA-B3A0-0D5C-C213-FAB55756405F}"/>
          </ac:picMkLst>
        </pc:picChg>
        <pc:picChg chg="del mod">
          <ac:chgData name="宰 山本" userId="3588b84fc98a27d2" providerId="LiveId" clId="{017FB11A-ED17-49E0-A159-C72AD14B9640}" dt="2025-04-30T13:35:35.503" v="1358" actId="21"/>
          <ac:picMkLst>
            <pc:docMk/>
            <pc:sldMk cId="1524092172" sldId="262"/>
            <ac:picMk id="1026" creationId="{855107C7-703A-5512-B111-4CED908041B8}"/>
          </ac:picMkLst>
        </pc:picChg>
        <pc:picChg chg="del mod">
          <ac:chgData name="宰 山本" userId="3588b84fc98a27d2" providerId="LiveId" clId="{017FB11A-ED17-49E0-A159-C72AD14B9640}" dt="2025-04-30T13:35:35.503" v="1358" actId="21"/>
          <ac:picMkLst>
            <pc:docMk/>
            <pc:sldMk cId="1524092172" sldId="262"/>
            <ac:picMk id="1028" creationId="{BAB66B5F-AF30-CCA5-06C7-AE11EB203E6F}"/>
          </ac:picMkLst>
        </pc:picChg>
        <pc:picChg chg="del mod">
          <ac:chgData name="宰 山本" userId="3588b84fc98a27d2" providerId="LiveId" clId="{017FB11A-ED17-49E0-A159-C72AD14B9640}" dt="2025-04-30T13:35:35.503" v="1358" actId="21"/>
          <ac:picMkLst>
            <pc:docMk/>
            <pc:sldMk cId="1524092172" sldId="262"/>
            <ac:picMk id="1030" creationId="{98B46540-674B-04A5-6441-48830E841C08}"/>
          </ac:picMkLst>
        </pc:picChg>
        <pc:picChg chg="del mod">
          <ac:chgData name="宰 山本" userId="3588b84fc98a27d2" providerId="LiveId" clId="{017FB11A-ED17-49E0-A159-C72AD14B9640}" dt="2025-04-30T13:35:35.503" v="1358" actId="21"/>
          <ac:picMkLst>
            <pc:docMk/>
            <pc:sldMk cId="1524092172" sldId="262"/>
            <ac:picMk id="1032" creationId="{C9346EFF-C16F-06F0-700B-CAFBD387A491}"/>
          </ac:picMkLst>
        </pc:picChg>
      </pc:sldChg>
      <pc:sldChg chg="addSp delSp modSp mod">
        <pc:chgData name="宰 山本" userId="3588b84fc98a27d2" providerId="LiveId" clId="{017FB11A-ED17-49E0-A159-C72AD14B9640}" dt="2025-04-30T14:27:11.027" v="2108" actId="478"/>
        <pc:sldMkLst>
          <pc:docMk/>
          <pc:sldMk cId="231966042" sldId="263"/>
        </pc:sldMkLst>
        <pc:spChg chg="add del mod">
          <ac:chgData name="宰 山本" userId="3588b84fc98a27d2" providerId="LiveId" clId="{017FB11A-ED17-49E0-A159-C72AD14B9640}" dt="2025-04-30T14:27:11.027" v="2108" actId="478"/>
          <ac:spMkLst>
            <pc:docMk/>
            <pc:sldMk cId="231966042" sldId="263"/>
            <ac:spMk id="5" creationId="{8CE0D7BD-B39D-2F11-AEFF-8318024D82FD}"/>
          </ac:spMkLst>
        </pc:spChg>
        <pc:graphicFrameChg chg="add del mod">
          <ac:chgData name="宰 山本" userId="3588b84fc98a27d2" providerId="LiveId" clId="{017FB11A-ED17-49E0-A159-C72AD14B9640}" dt="2025-04-30T14:25:53.417" v="2080" actId="21"/>
          <ac:graphicFrameMkLst>
            <pc:docMk/>
            <pc:sldMk cId="231966042" sldId="263"/>
            <ac:graphicFrameMk id="3" creationId="{CF20A93B-4B30-A794-0DCB-A172C905B5D3}"/>
          </ac:graphicFrameMkLst>
        </pc:graphicFrameChg>
        <pc:picChg chg="add del mod">
          <ac:chgData name="宰 山本" userId="3588b84fc98a27d2" providerId="LiveId" clId="{017FB11A-ED17-49E0-A159-C72AD14B9640}" dt="2025-04-30T13:37:07.401" v="1366" actId="478"/>
          <ac:picMkLst>
            <pc:docMk/>
            <pc:sldMk cId="231966042" sldId="263"/>
            <ac:picMk id="3" creationId="{F1A30B1E-307C-02C2-5F93-3C051C759AD8}"/>
          </ac:picMkLst>
        </pc:picChg>
      </pc:sldChg>
      <pc:sldChg chg="del">
        <pc:chgData name="宰 山本" userId="3588b84fc98a27d2" providerId="LiveId" clId="{017FB11A-ED17-49E0-A159-C72AD14B9640}" dt="2025-04-30T12:24:55.067" v="18" actId="47"/>
        <pc:sldMkLst>
          <pc:docMk/>
          <pc:sldMk cId="899902163" sldId="265"/>
        </pc:sldMkLst>
      </pc:sldChg>
      <pc:sldChg chg="modSp mod">
        <pc:chgData name="宰 山本" userId="3588b84fc98a27d2" providerId="LiveId" clId="{017FB11A-ED17-49E0-A159-C72AD14B9640}" dt="2025-04-30T14:39:38.397" v="2279" actId="1036"/>
        <pc:sldMkLst>
          <pc:docMk/>
          <pc:sldMk cId="2721654035" sldId="348"/>
        </pc:sldMkLst>
        <pc:spChg chg="mod">
          <ac:chgData name="宰 山本" userId="3588b84fc98a27d2" providerId="LiveId" clId="{017FB11A-ED17-49E0-A159-C72AD14B9640}" dt="2025-04-30T14:39:38.397" v="2279" actId="1036"/>
          <ac:spMkLst>
            <pc:docMk/>
            <pc:sldMk cId="2721654035" sldId="348"/>
            <ac:spMk id="4" creationId="{8D6147EE-86D1-A2DA-7DC7-3B4940BFD4B9}"/>
          </ac:spMkLst>
        </pc:spChg>
        <pc:spChg chg="mod">
          <ac:chgData name="宰 山本" userId="3588b84fc98a27d2" providerId="LiveId" clId="{017FB11A-ED17-49E0-A159-C72AD14B9640}" dt="2025-04-30T13:40:29.935" v="1487" actId="14100"/>
          <ac:spMkLst>
            <pc:docMk/>
            <pc:sldMk cId="2721654035" sldId="348"/>
            <ac:spMk id="5" creationId="{5B862BE4-E3C6-3E17-B124-5926E39284F5}"/>
          </ac:spMkLst>
        </pc:spChg>
      </pc:sldChg>
      <pc:sldChg chg="addSp delSp modSp mod">
        <pc:chgData name="宰 山本" userId="3588b84fc98a27d2" providerId="LiveId" clId="{017FB11A-ED17-49E0-A159-C72AD14B9640}" dt="2025-04-30T13:34:29.650" v="1339" actId="20577"/>
        <pc:sldMkLst>
          <pc:docMk/>
          <pc:sldMk cId="3248278535" sldId="395"/>
        </pc:sldMkLst>
        <pc:spChg chg="del">
          <ac:chgData name="宰 山本" userId="3588b84fc98a27d2" providerId="LiveId" clId="{017FB11A-ED17-49E0-A159-C72AD14B9640}" dt="2025-04-30T13:18:32.769" v="245" actId="478"/>
          <ac:spMkLst>
            <pc:docMk/>
            <pc:sldMk cId="3248278535" sldId="395"/>
            <ac:spMk id="8" creationId="{EBD3FE5F-ADE5-978F-E2A9-EF99A59EDF83}"/>
          </ac:spMkLst>
        </pc:spChg>
        <pc:spChg chg="del mod">
          <ac:chgData name="宰 山本" userId="3588b84fc98a27d2" providerId="LiveId" clId="{017FB11A-ED17-49E0-A159-C72AD14B9640}" dt="2025-04-30T13:22:36.627" v="366"/>
          <ac:spMkLst>
            <pc:docMk/>
            <pc:sldMk cId="3248278535" sldId="395"/>
            <ac:spMk id="13" creationId="{901722E6-7E35-0E02-4C22-0AB93A618386}"/>
          </ac:spMkLst>
        </pc:spChg>
        <pc:spChg chg="del mod">
          <ac:chgData name="宰 山本" userId="3588b84fc98a27d2" providerId="LiveId" clId="{017FB11A-ED17-49E0-A159-C72AD14B9640}" dt="2025-04-30T13:22:36.629" v="374"/>
          <ac:spMkLst>
            <pc:docMk/>
            <pc:sldMk cId="3248278535" sldId="395"/>
            <ac:spMk id="14" creationId="{B7B98869-300C-0F50-C230-EC948C21DFF0}"/>
          </ac:spMkLst>
        </pc:spChg>
        <pc:spChg chg="mod">
          <ac:chgData name="宰 山本" userId="3588b84fc98a27d2" providerId="LiveId" clId="{017FB11A-ED17-49E0-A159-C72AD14B9640}" dt="2025-04-30T13:16:02.407" v="74" actId="1076"/>
          <ac:spMkLst>
            <pc:docMk/>
            <pc:sldMk cId="3248278535" sldId="395"/>
            <ac:spMk id="16" creationId="{ED78B215-BC8C-0C90-1106-C48B916F36D6}"/>
          </ac:spMkLst>
        </pc:spChg>
        <pc:spChg chg="del mod">
          <ac:chgData name="宰 山本" userId="3588b84fc98a27d2" providerId="LiveId" clId="{017FB11A-ED17-49E0-A159-C72AD14B9640}" dt="2025-04-30T13:22:36.628" v="370"/>
          <ac:spMkLst>
            <pc:docMk/>
            <pc:sldMk cId="3248278535" sldId="395"/>
            <ac:spMk id="19" creationId="{7B5F63BD-9F3E-B725-0ECB-BC59D809656B}"/>
          </ac:spMkLst>
        </pc:spChg>
        <pc:spChg chg="del mod">
          <ac:chgData name="宰 山本" userId="3588b84fc98a27d2" providerId="LiveId" clId="{017FB11A-ED17-49E0-A159-C72AD14B9640}" dt="2025-04-30T13:22:36.628" v="372"/>
          <ac:spMkLst>
            <pc:docMk/>
            <pc:sldMk cId="3248278535" sldId="395"/>
            <ac:spMk id="28" creationId="{E14AEB7D-2DEF-1B9D-E3E3-667738DC558B}"/>
          </ac:spMkLst>
        </pc:spChg>
        <pc:spChg chg="del mod">
          <ac:chgData name="宰 山本" userId="3588b84fc98a27d2" providerId="LiveId" clId="{017FB11A-ED17-49E0-A159-C72AD14B9640}" dt="2025-04-30T13:15:52.406" v="69" actId="478"/>
          <ac:spMkLst>
            <pc:docMk/>
            <pc:sldMk cId="3248278535" sldId="395"/>
            <ac:spMk id="29" creationId="{9A3D89C8-8D7A-4AE0-77E7-22904AB9AE21}"/>
          </ac:spMkLst>
        </pc:spChg>
        <pc:spChg chg="del mod">
          <ac:chgData name="宰 山本" userId="3588b84fc98a27d2" providerId="LiveId" clId="{017FB11A-ED17-49E0-A159-C72AD14B9640}" dt="2025-04-30T13:16:20.660" v="76" actId="478"/>
          <ac:spMkLst>
            <pc:docMk/>
            <pc:sldMk cId="3248278535" sldId="395"/>
            <ac:spMk id="33" creationId="{51012E5E-3E16-2C88-7B41-C37DC1A976B3}"/>
          </ac:spMkLst>
        </pc:spChg>
        <pc:spChg chg="add mod">
          <ac:chgData name="宰 山本" userId="3588b84fc98a27d2" providerId="LiveId" clId="{017FB11A-ED17-49E0-A159-C72AD14B9640}" dt="2025-04-30T13:29:36.975" v="584" actId="1076"/>
          <ac:spMkLst>
            <pc:docMk/>
            <pc:sldMk cId="3248278535" sldId="395"/>
            <ac:spMk id="35" creationId="{B096A7A4-1A0C-7F4D-721E-52E7EE39B8DB}"/>
          </ac:spMkLst>
        </pc:spChg>
        <pc:spChg chg="add del">
          <ac:chgData name="宰 山本" userId="3588b84fc98a27d2" providerId="LiveId" clId="{017FB11A-ED17-49E0-A159-C72AD14B9640}" dt="2025-04-30T13:23:34.608" v="394" actId="11529"/>
          <ac:spMkLst>
            <pc:docMk/>
            <pc:sldMk cId="3248278535" sldId="395"/>
            <ac:spMk id="36" creationId="{AD258B0E-9562-0AAD-60F2-27D8AD29A600}"/>
          </ac:spMkLst>
        </pc:spChg>
        <pc:spChg chg="add del mod">
          <ac:chgData name="宰 山本" userId="3588b84fc98a27d2" providerId="LiveId" clId="{017FB11A-ED17-49E0-A159-C72AD14B9640}" dt="2025-04-30T13:23:55.368" v="397" actId="478"/>
          <ac:spMkLst>
            <pc:docMk/>
            <pc:sldMk cId="3248278535" sldId="395"/>
            <ac:spMk id="38" creationId="{1C1F41FB-3C4E-7D8C-CEB4-0DB3EB5D9CB1}"/>
          </ac:spMkLst>
        </pc:spChg>
        <pc:spChg chg="add del">
          <ac:chgData name="宰 山本" userId="3588b84fc98a27d2" providerId="LiveId" clId="{017FB11A-ED17-49E0-A159-C72AD14B9640}" dt="2025-04-30T13:24:07.292" v="399" actId="11529"/>
          <ac:spMkLst>
            <pc:docMk/>
            <pc:sldMk cId="3248278535" sldId="395"/>
            <ac:spMk id="39" creationId="{819052E9-7834-FCB7-82E4-61445A1EACC7}"/>
          </ac:spMkLst>
        </pc:spChg>
        <pc:spChg chg="add del">
          <ac:chgData name="宰 山本" userId="3588b84fc98a27d2" providerId="LiveId" clId="{017FB11A-ED17-49E0-A159-C72AD14B9640}" dt="2025-04-30T13:24:20.436" v="401" actId="11529"/>
          <ac:spMkLst>
            <pc:docMk/>
            <pc:sldMk cId="3248278535" sldId="395"/>
            <ac:spMk id="40" creationId="{591D3ECB-0973-C15B-BA84-8DE70E69CFDB}"/>
          </ac:spMkLst>
        </pc:spChg>
        <pc:spChg chg="del mod">
          <ac:chgData name="宰 山本" userId="3588b84fc98a27d2" providerId="LiveId" clId="{017FB11A-ED17-49E0-A159-C72AD14B9640}" dt="2025-04-30T13:22:36.627" v="368"/>
          <ac:spMkLst>
            <pc:docMk/>
            <pc:sldMk cId="3248278535" sldId="395"/>
            <ac:spMk id="44" creationId="{CFF64D3E-12C6-3A4D-A6BA-C5B383B8E062}"/>
          </ac:spMkLst>
        </pc:spChg>
        <pc:spChg chg="add del mod">
          <ac:chgData name="宰 山本" userId="3588b84fc98a27d2" providerId="LiveId" clId="{017FB11A-ED17-49E0-A159-C72AD14B9640}" dt="2025-04-30T13:26:20.350" v="435" actId="478"/>
          <ac:spMkLst>
            <pc:docMk/>
            <pc:sldMk cId="3248278535" sldId="395"/>
            <ac:spMk id="55" creationId="{671B42C2-74B5-AFC5-5697-0AC50A9BF026}"/>
          </ac:spMkLst>
        </pc:spChg>
        <pc:spChg chg="add mod">
          <ac:chgData name="宰 山本" userId="3588b84fc98a27d2" providerId="LiveId" clId="{017FB11A-ED17-49E0-A159-C72AD14B9640}" dt="2025-04-30T13:34:29.650" v="1339" actId="20577"/>
          <ac:spMkLst>
            <pc:docMk/>
            <pc:sldMk cId="3248278535" sldId="395"/>
            <ac:spMk id="65" creationId="{682E7BDE-D3AC-47CF-AFC0-19F5361D10EA}"/>
          </ac:spMkLst>
        </pc:spChg>
        <pc:grpChg chg="del mod">
          <ac:chgData name="宰 山本" userId="3588b84fc98a27d2" providerId="LiveId" clId="{017FB11A-ED17-49E0-A159-C72AD14B9640}" dt="2025-04-30T13:15:19.613" v="20" actId="478"/>
          <ac:grpSpMkLst>
            <pc:docMk/>
            <pc:sldMk cId="3248278535" sldId="395"/>
            <ac:grpSpMk id="9" creationId="{03FC69EA-164A-6103-9435-285AA09D0188}"/>
          </ac:grpSpMkLst>
        </pc:grpChg>
        <pc:grpChg chg="del mod">
          <ac:chgData name="宰 山本" userId="3588b84fc98a27d2" providerId="LiveId" clId="{017FB11A-ED17-49E0-A159-C72AD14B9640}" dt="2025-04-30T13:16:25.364" v="79" actId="478"/>
          <ac:grpSpMkLst>
            <pc:docMk/>
            <pc:sldMk cId="3248278535" sldId="395"/>
            <ac:grpSpMk id="23" creationId="{9F22CAA4-8C62-55B3-9E06-D7A782B9F551}"/>
          </ac:grpSpMkLst>
        </pc:grpChg>
        <pc:grpChg chg="del">
          <ac:chgData name="宰 山本" userId="3588b84fc98a27d2" providerId="LiveId" clId="{017FB11A-ED17-49E0-A159-C72AD14B9640}" dt="2025-04-30T13:16:21.579" v="77" actId="478"/>
          <ac:grpSpMkLst>
            <pc:docMk/>
            <pc:sldMk cId="3248278535" sldId="395"/>
            <ac:grpSpMk id="30" creationId="{D9B1AFB4-CCE3-D5B4-1FE8-C2A1804242A3}"/>
          </ac:grpSpMkLst>
        </pc:grpChg>
        <pc:picChg chg="mod">
          <ac:chgData name="宰 山本" userId="3588b84fc98a27d2" providerId="LiveId" clId="{017FB11A-ED17-49E0-A159-C72AD14B9640}" dt="2025-04-30T13:29:43.584" v="587" actId="14100"/>
          <ac:picMkLst>
            <pc:docMk/>
            <pc:sldMk cId="3248278535" sldId="395"/>
            <ac:picMk id="15" creationId="{AC43FA15-9976-7F90-D9AD-E89769687BA5}"/>
          </ac:picMkLst>
        </pc:picChg>
        <pc:picChg chg="add mod">
          <ac:chgData name="宰 山本" userId="3588b84fc98a27d2" providerId="LiveId" clId="{017FB11A-ED17-49E0-A159-C72AD14B9640}" dt="2025-04-30T13:29:41.879" v="586" actId="1076"/>
          <ac:picMkLst>
            <pc:docMk/>
            <pc:sldMk cId="3248278535" sldId="395"/>
            <ac:picMk id="64" creationId="{DECCA7D6-35D9-291A-9B79-4718660A4611}"/>
          </ac:picMkLst>
        </pc:picChg>
        <pc:cxnChg chg="add del">
          <ac:chgData name="宰 山本" userId="3588b84fc98a27d2" providerId="LiveId" clId="{017FB11A-ED17-49E0-A159-C72AD14B9640}" dt="2025-04-30T13:21:30.219" v="333" actId="478"/>
          <ac:cxnSpMkLst>
            <pc:docMk/>
            <pc:sldMk cId="3248278535" sldId="395"/>
            <ac:cxnSpMk id="3" creationId="{A3B458EB-EEBD-466A-CE6F-22E396E2267F}"/>
          </ac:cxnSpMkLst>
        </pc:cxnChg>
        <pc:cxnChg chg="add del mod">
          <ac:chgData name="宰 山本" userId="3588b84fc98a27d2" providerId="LiveId" clId="{017FB11A-ED17-49E0-A159-C72AD14B9640}" dt="2025-04-30T13:21:29.384" v="332" actId="478"/>
          <ac:cxnSpMkLst>
            <pc:docMk/>
            <pc:sldMk cId="3248278535" sldId="395"/>
            <ac:cxnSpMk id="5" creationId="{32CC132C-0920-6403-CEB0-D3AD88BD4DC7}"/>
          </ac:cxnSpMkLst>
        </pc:cxnChg>
        <pc:cxnChg chg="add del mod">
          <ac:chgData name="宰 山本" userId="3588b84fc98a27d2" providerId="LiveId" clId="{017FB11A-ED17-49E0-A159-C72AD14B9640}" dt="2025-04-30T13:21:31.013" v="334" actId="478"/>
          <ac:cxnSpMkLst>
            <pc:docMk/>
            <pc:sldMk cId="3248278535" sldId="395"/>
            <ac:cxnSpMk id="7" creationId="{7E68B145-B608-947A-8D5F-A0A17159A707}"/>
          </ac:cxnSpMkLst>
        </pc:cxnChg>
        <pc:cxnChg chg="del topLvl">
          <ac:chgData name="宰 山本" userId="3588b84fc98a27d2" providerId="LiveId" clId="{017FB11A-ED17-49E0-A159-C72AD14B9640}" dt="2025-04-30T13:15:29.469" v="21" actId="478"/>
          <ac:cxnSpMkLst>
            <pc:docMk/>
            <pc:sldMk cId="3248278535" sldId="395"/>
            <ac:cxnSpMk id="10" creationId="{7FBEA7C4-D330-1BA7-B788-74B20FCD1747}"/>
          </ac:cxnSpMkLst>
        </pc:cxnChg>
        <pc:cxnChg chg="del topLvl">
          <ac:chgData name="宰 山本" userId="3588b84fc98a27d2" providerId="LiveId" clId="{017FB11A-ED17-49E0-A159-C72AD14B9640}" dt="2025-04-30T13:15:19.613" v="20" actId="478"/>
          <ac:cxnSpMkLst>
            <pc:docMk/>
            <pc:sldMk cId="3248278535" sldId="395"/>
            <ac:cxnSpMk id="12" creationId="{DFE82274-532B-3436-F638-E3CD31B69130}"/>
          </ac:cxnSpMkLst>
        </pc:cxnChg>
        <pc:cxnChg chg="del">
          <ac:chgData name="宰 山本" userId="3588b84fc98a27d2" providerId="LiveId" clId="{017FB11A-ED17-49E0-A159-C72AD14B9640}" dt="2025-04-30T13:17:17.374" v="123" actId="478"/>
          <ac:cxnSpMkLst>
            <pc:docMk/>
            <pc:sldMk cId="3248278535" sldId="395"/>
            <ac:cxnSpMk id="17" creationId="{FE0E32B7-DB31-2CB4-D167-D61DDD829F49}"/>
          </ac:cxnSpMkLst>
        </pc:cxnChg>
        <pc:cxnChg chg="add del mod">
          <ac:chgData name="宰 山本" userId="3588b84fc98a27d2" providerId="LiveId" clId="{017FB11A-ED17-49E0-A159-C72AD14B9640}" dt="2025-04-30T13:21:31.612" v="335" actId="478"/>
          <ac:cxnSpMkLst>
            <pc:docMk/>
            <pc:sldMk cId="3248278535" sldId="395"/>
            <ac:cxnSpMk id="18" creationId="{41CA0FB0-D05E-3E0A-9989-91593703E058}"/>
          </ac:cxnSpMkLst>
        </pc:cxnChg>
        <pc:cxnChg chg="add del mod">
          <ac:chgData name="宰 山本" userId="3588b84fc98a27d2" providerId="LiveId" clId="{017FB11A-ED17-49E0-A159-C72AD14B9640}" dt="2025-04-30T13:21:32.241" v="336" actId="478"/>
          <ac:cxnSpMkLst>
            <pc:docMk/>
            <pc:sldMk cId="3248278535" sldId="395"/>
            <ac:cxnSpMk id="21" creationId="{4C1A4620-54ED-9A8B-D037-4849EB6646AC}"/>
          </ac:cxnSpMkLst>
        </pc:cxnChg>
        <pc:cxnChg chg="del">
          <ac:chgData name="宰 山本" userId="3588b84fc98a27d2" providerId="LiveId" clId="{017FB11A-ED17-49E0-A159-C72AD14B9640}" dt="2025-04-30T13:17:58.219" v="180" actId="478"/>
          <ac:cxnSpMkLst>
            <pc:docMk/>
            <pc:sldMk cId="3248278535" sldId="395"/>
            <ac:cxnSpMk id="34" creationId="{A2C075FC-EC63-937B-7784-F16600E98A90}"/>
          </ac:cxnSpMkLst>
        </pc:cxnChg>
        <pc:cxnChg chg="del">
          <ac:chgData name="宰 山本" userId="3588b84fc98a27d2" providerId="LiveId" clId="{017FB11A-ED17-49E0-A159-C72AD14B9640}" dt="2025-04-30T13:18:24.843" v="243" actId="478"/>
          <ac:cxnSpMkLst>
            <pc:docMk/>
            <pc:sldMk cId="3248278535" sldId="395"/>
            <ac:cxnSpMk id="37" creationId="{0963369D-1C84-41A4-7ED6-938C33773361}"/>
          </ac:cxnSpMkLst>
        </pc:cxnChg>
        <pc:cxnChg chg="add del mod">
          <ac:chgData name="宰 山本" userId="3588b84fc98a27d2" providerId="LiveId" clId="{017FB11A-ED17-49E0-A159-C72AD14B9640}" dt="2025-04-30T13:27:49.875" v="462" actId="478"/>
          <ac:cxnSpMkLst>
            <pc:docMk/>
            <pc:sldMk cId="3248278535" sldId="395"/>
            <ac:cxnSpMk id="42" creationId="{C4CFCBDE-0E9B-0450-1114-6B0A25BA33D4}"/>
          </ac:cxnSpMkLst>
        </pc:cxnChg>
        <pc:cxnChg chg="add del mod">
          <ac:chgData name="宰 山本" userId="3588b84fc98a27d2" providerId="LiveId" clId="{017FB11A-ED17-49E0-A159-C72AD14B9640}" dt="2025-04-30T13:26:55.026" v="441" actId="478"/>
          <ac:cxnSpMkLst>
            <pc:docMk/>
            <pc:sldMk cId="3248278535" sldId="395"/>
            <ac:cxnSpMk id="43" creationId="{E9DCF587-9DC3-371E-2B3F-B783CD34E7A9}"/>
          </ac:cxnSpMkLst>
        </pc:cxnChg>
        <pc:cxnChg chg="add del mod">
          <ac:chgData name="宰 山本" userId="3588b84fc98a27d2" providerId="LiveId" clId="{017FB11A-ED17-49E0-A159-C72AD14B9640}" dt="2025-04-30T13:27:50.728" v="463" actId="478"/>
          <ac:cxnSpMkLst>
            <pc:docMk/>
            <pc:sldMk cId="3248278535" sldId="395"/>
            <ac:cxnSpMk id="45" creationId="{AEC7688B-3D2C-885E-8B28-427B803A29DF}"/>
          </ac:cxnSpMkLst>
        </pc:cxnChg>
        <pc:cxnChg chg="add del mod">
          <ac:chgData name="宰 山本" userId="3588b84fc98a27d2" providerId="LiveId" clId="{017FB11A-ED17-49E0-A159-C72AD14B9640}" dt="2025-04-30T13:27:51.345" v="464" actId="478"/>
          <ac:cxnSpMkLst>
            <pc:docMk/>
            <pc:sldMk cId="3248278535" sldId="395"/>
            <ac:cxnSpMk id="46" creationId="{F8AC0BF7-01D8-7A8D-4E59-785B727EACCC}"/>
          </ac:cxnSpMkLst>
        </pc:cxnChg>
        <pc:cxnChg chg="add del mod">
          <ac:chgData name="宰 山本" userId="3588b84fc98a27d2" providerId="LiveId" clId="{017FB11A-ED17-49E0-A159-C72AD14B9640}" dt="2025-04-30T13:27:51.881" v="465" actId="478"/>
          <ac:cxnSpMkLst>
            <pc:docMk/>
            <pc:sldMk cId="3248278535" sldId="395"/>
            <ac:cxnSpMk id="47" creationId="{D0443BF2-3A8E-E02D-29D3-406E54266683}"/>
          </ac:cxnSpMkLst>
        </pc:cxnChg>
      </pc:sldChg>
      <pc:sldChg chg="modSp mod">
        <pc:chgData name="宰 山本" userId="3588b84fc98a27d2" providerId="LiveId" clId="{017FB11A-ED17-49E0-A159-C72AD14B9640}" dt="2025-04-30T14:41:51.521" v="2451" actId="20577"/>
        <pc:sldMkLst>
          <pc:docMk/>
          <pc:sldMk cId="1676632486" sldId="396"/>
        </pc:sldMkLst>
        <pc:spChg chg="mod">
          <ac:chgData name="宰 山本" userId="3588b84fc98a27d2" providerId="LiveId" clId="{017FB11A-ED17-49E0-A159-C72AD14B9640}" dt="2025-04-30T14:41:51.521" v="2451" actId="20577"/>
          <ac:spMkLst>
            <pc:docMk/>
            <pc:sldMk cId="1676632486" sldId="396"/>
            <ac:spMk id="6" creationId="{C13C6BFF-5EB2-126A-1BD6-6391A438F353}"/>
          </ac:spMkLst>
        </pc:spChg>
      </pc:sldChg>
      <pc:sldChg chg="addSp delSp modSp mod">
        <pc:chgData name="宰 山本" userId="3588b84fc98a27d2" providerId="LiveId" clId="{017FB11A-ED17-49E0-A159-C72AD14B9640}" dt="2025-04-30T13:37:27.262" v="1372" actId="1076"/>
        <pc:sldMkLst>
          <pc:docMk/>
          <pc:sldMk cId="1630167656" sldId="398"/>
        </pc:sldMkLst>
        <pc:picChg chg="add mod">
          <ac:chgData name="宰 山本" userId="3588b84fc98a27d2" providerId="LiveId" clId="{017FB11A-ED17-49E0-A159-C72AD14B9640}" dt="2025-04-30T13:37:27.262" v="1372" actId="1076"/>
          <ac:picMkLst>
            <pc:docMk/>
            <pc:sldMk cId="1630167656" sldId="398"/>
            <ac:picMk id="2" creationId="{FFEF1B5E-20A3-1F11-3AD8-C6BBE0B7B1B2}"/>
          </ac:picMkLst>
        </pc:picChg>
        <pc:picChg chg="del mod">
          <ac:chgData name="宰 山本" userId="3588b84fc98a27d2" providerId="LiveId" clId="{017FB11A-ED17-49E0-A159-C72AD14B9640}" dt="2025-04-30T13:37:19.558" v="1368" actId="21"/>
          <ac:picMkLst>
            <pc:docMk/>
            <pc:sldMk cId="1630167656" sldId="398"/>
            <ac:picMk id="1028" creationId="{F9BD3440-2572-085F-300B-B2EC76326BA2}"/>
          </ac:picMkLst>
        </pc:picChg>
      </pc:sldChg>
      <pc:sldChg chg="addSp delSp modSp mod">
        <pc:chgData name="宰 山本" userId="3588b84fc98a27d2" providerId="LiveId" clId="{017FB11A-ED17-49E0-A159-C72AD14B9640}" dt="2025-04-30T13:37:46.889" v="1379" actId="1076"/>
        <pc:sldMkLst>
          <pc:docMk/>
          <pc:sldMk cId="4051204762" sldId="399"/>
        </pc:sldMkLst>
        <pc:spChg chg="del">
          <ac:chgData name="宰 山本" userId="3588b84fc98a27d2" providerId="LiveId" clId="{017FB11A-ED17-49E0-A159-C72AD14B9640}" dt="2025-04-30T13:37:44.212" v="1377" actId="478"/>
          <ac:spMkLst>
            <pc:docMk/>
            <pc:sldMk cId="4051204762" sldId="399"/>
            <ac:spMk id="2" creationId="{7AC02C1A-2F49-B73D-DB2E-209571C20216}"/>
          </ac:spMkLst>
        </pc:spChg>
        <pc:spChg chg="add del mod">
          <ac:chgData name="宰 山本" userId="3588b84fc98a27d2" providerId="LiveId" clId="{017FB11A-ED17-49E0-A159-C72AD14B9640}" dt="2025-04-30T13:37:42.254" v="1376" actId="478"/>
          <ac:spMkLst>
            <pc:docMk/>
            <pc:sldMk cId="4051204762" sldId="399"/>
            <ac:spMk id="3" creationId="{1BB3F4E2-BB14-57A0-BAF8-8CA4B3082F83}"/>
          </ac:spMkLst>
        </pc:spChg>
        <pc:picChg chg="add mod">
          <ac:chgData name="宰 山本" userId="3588b84fc98a27d2" providerId="LiveId" clId="{017FB11A-ED17-49E0-A159-C72AD14B9640}" dt="2025-04-30T13:37:46.889" v="1379" actId="1076"/>
          <ac:picMkLst>
            <pc:docMk/>
            <pc:sldMk cId="4051204762" sldId="399"/>
            <ac:picMk id="5" creationId="{9D510198-D809-00F6-695F-FC7B64FF1C78}"/>
          </ac:picMkLst>
        </pc:picChg>
        <pc:picChg chg="del">
          <ac:chgData name="宰 山本" userId="3588b84fc98a27d2" providerId="LiveId" clId="{017FB11A-ED17-49E0-A159-C72AD14B9640}" dt="2025-04-30T13:37:39.765" v="1375" actId="21"/>
          <ac:picMkLst>
            <pc:docMk/>
            <pc:sldMk cId="4051204762" sldId="399"/>
            <ac:picMk id="3074" creationId="{546113B4-B6A7-5F06-F17F-BED9A769AA08}"/>
          </ac:picMkLst>
        </pc:picChg>
        <pc:picChg chg="del mod">
          <ac:chgData name="宰 山本" userId="3588b84fc98a27d2" providerId="LiveId" clId="{017FB11A-ED17-49E0-A159-C72AD14B9640}" dt="2025-04-30T13:37:39.765" v="1375" actId="21"/>
          <ac:picMkLst>
            <pc:docMk/>
            <pc:sldMk cId="4051204762" sldId="399"/>
            <ac:picMk id="3076" creationId="{3FCFDCBA-4CB5-50F5-9E02-370D3AA75E80}"/>
          </ac:picMkLst>
        </pc:picChg>
        <pc:picChg chg="del mod">
          <ac:chgData name="宰 山本" userId="3588b84fc98a27d2" providerId="LiveId" clId="{017FB11A-ED17-49E0-A159-C72AD14B9640}" dt="2025-04-30T13:37:39.765" v="1375" actId="21"/>
          <ac:picMkLst>
            <pc:docMk/>
            <pc:sldMk cId="4051204762" sldId="399"/>
            <ac:picMk id="3078" creationId="{0D7CA392-9FA8-6A10-2B28-673CFB9E4FF4}"/>
          </ac:picMkLst>
        </pc:picChg>
      </pc:sldChg>
      <pc:sldChg chg="addSp delSp modSp mod ord">
        <pc:chgData name="宰 山本" userId="3588b84fc98a27d2" providerId="LiveId" clId="{017FB11A-ED17-49E0-A159-C72AD14B9640}" dt="2025-04-30T14:23:04.987" v="2078" actId="1076"/>
        <pc:sldMkLst>
          <pc:docMk/>
          <pc:sldMk cId="3310322251" sldId="400"/>
        </pc:sldMkLst>
        <pc:spChg chg="del">
          <ac:chgData name="宰 山本" userId="3588b84fc98a27d2" providerId="LiveId" clId="{017FB11A-ED17-49E0-A159-C72AD14B9640}" dt="2025-04-30T13:38:08.284" v="1382" actId="478"/>
          <ac:spMkLst>
            <pc:docMk/>
            <pc:sldMk cId="3310322251" sldId="400"/>
            <ac:spMk id="2" creationId="{9AE9D4B9-0F2E-2136-B78C-1AA44044B4F7}"/>
          </ac:spMkLst>
        </pc:spChg>
        <pc:spChg chg="add del mod">
          <ac:chgData name="宰 山本" userId="3588b84fc98a27d2" providerId="LiveId" clId="{017FB11A-ED17-49E0-A159-C72AD14B9640}" dt="2025-04-30T14:19:07.491" v="2048" actId="22"/>
          <ac:spMkLst>
            <pc:docMk/>
            <pc:sldMk cId="3310322251" sldId="400"/>
            <ac:spMk id="2" creationId="{ACDDD1DB-CAC0-FDFC-771F-705E4003A4F4}"/>
          </ac:spMkLst>
        </pc:spChg>
        <pc:spChg chg="del">
          <ac:chgData name="宰 山本" userId="3588b84fc98a27d2" providerId="LiveId" clId="{017FB11A-ED17-49E0-A159-C72AD14B9640}" dt="2025-04-30T14:18:54.323" v="2046"/>
          <ac:spMkLst>
            <pc:docMk/>
            <pc:sldMk cId="3310322251" sldId="400"/>
            <ac:spMk id="3" creationId="{CAD6092F-0523-1224-C467-D33A94B0EF6D}"/>
          </ac:spMkLst>
        </pc:spChg>
        <pc:spChg chg="add del mod">
          <ac:chgData name="宰 山本" userId="3588b84fc98a27d2" providerId="LiveId" clId="{017FB11A-ED17-49E0-A159-C72AD14B9640}" dt="2025-04-30T14:19:15.981" v="2051"/>
          <ac:spMkLst>
            <pc:docMk/>
            <pc:sldMk cId="3310322251" sldId="400"/>
            <ac:spMk id="8" creationId="{2D7038FD-BE29-5CC8-F787-30ACC889E97F}"/>
          </ac:spMkLst>
        </pc:spChg>
        <pc:picChg chg="add del mod ord">
          <ac:chgData name="宰 山本" userId="3588b84fc98a27d2" providerId="LiveId" clId="{017FB11A-ED17-49E0-A159-C72AD14B9640}" dt="2025-04-30T14:19:13.618" v="2050" actId="21"/>
          <ac:picMkLst>
            <pc:docMk/>
            <pc:sldMk cId="3310322251" sldId="400"/>
            <ac:picMk id="6" creationId="{E4BE1742-1E1D-BC27-F63C-DB4BC9410141}"/>
          </ac:picMkLst>
        </pc:picChg>
        <pc:picChg chg="add mod">
          <ac:chgData name="宰 山本" userId="3588b84fc98a27d2" providerId="LiveId" clId="{017FB11A-ED17-49E0-A159-C72AD14B9640}" dt="2025-04-30T14:22:59.787" v="2075" actId="1076"/>
          <ac:picMkLst>
            <pc:docMk/>
            <pc:sldMk cId="3310322251" sldId="400"/>
            <ac:picMk id="9" creationId="{31978BEA-61B0-3FF2-F11C-9F030B42B337}"/>
          </ac:picMkLst>
        </pc:picChg>
        <pc:picChg chg="add del mod">
          <ac:chgData name="宰 山本" userId="3588b84fc98a27d2" providerId="LiveId" clId="{017FB11A-ED17-49E0-A159-C72AD14B9640}" dt="2025-04-30T14:22:04.771" v="2060" actId="478"/>
          <ac:picMkLst>
            <pc:docMk/>
            <pc:sldMk cId="3310322251" sldId="400"/>
            <ac:picMk id="11" creationId="{BBF31AD8-6D1A-01BE-C1F0-AA18D76ED61D}"/>
          </ac:picMkLst>
        </pc:picChg>
        <pc:picChg chg="add mod">
          <ac:chgData name="宰 山本" userId="3588b84fc98a27d2" providerId="LiveId" clId="{017FB11A-ED17-49E0-A159-C72AD14B9640}" dt="2025-04-30T14:22:38.050" v="2066" actId="1076"/>
          <ac:picMkLst>
            <pc:docMk/>
            <pc:sldMk cId="3310322251" sldId="400"/>
            <ac:picMk id="13" creationId="{1716341C-B14F-3A3A-789D-82D3F380E53A}"/>
          </ac:picMkLst>
        </pc:picChg>
        <pc:picChg chg="add del mod">
          <ac:chgData name="宰 山本" userId="3588b84fc98a27d2" providerId="LiveId" clId="{017FB11A-ED17-49E0-A159-C72AD14B9640}" dt="2025-04-30T14:23:00.913" v="2076" actId="21"/>
          <ac:picMkLst>
            <pc:docMk/>
            <pc:sldMk cId="3310322251" sldId="400"/>
            <ac:picMk id="15" creationId="{49871A0E-EECA-A644-D5E6-285A46275816}"/>
          </ac:picMkLst>
        </pc:picChg>
        <pc:picChg chg="add mod">
          <ac:chgData name="宰 山本" userId="3588b84fc98a27d2" providerId="LiveId" clId="{017FB11A-ED17-49E0-A159-C72AD14B9640}" dt="2025-04-30T14:23:04.987" v="2078" actId="1076"/>
          <ac:picMkLst>
            <pc:docMk/>
            <pc:sldMk cId="3310322251" sldId="400"/>
            <ac:picMk id="16" creationId="{79E01B19-81D9-A6F0-42A6-D8C1DFA528B9}"/>
          </ac:picMkLst>
        </pc:picChg>
        <pc:picChg chg="add del mod">
          <ac:chgData name="宰 山本" userId="3588b84fc98a27d2" providerId="LiveId" clId="{017FB11A-ED17-49E0-A159-C72AD14B9640}" dt="2025-04-30T14:18:56.174" v="2047" actId="478"/>
          <ac:picMkLst>
            <pc:docMk/>
            <pc:sldMk cId="3310322251" sldId="400"/>
            <ac:picMk id="1026" creationId="{959832B6-2727-55DA-6F0E-92899F5FECD5}"/>
          </ac:picMkLst>
        </pc:picChg>
      </pc:sldChg>
      <pc:sldChg chg="addSp delSp modSp mod">
        <pc:chgData name="宰 山本" userId="3588b84fc98a27d2" providerId="LiveId" clId="{017FB11A-ED17-49E0-A159-C72AD14B9640}" dt="2025-04-30T14:54:14.017" v="3100" actId="20577"/>
        <pc:sldMkLst>
          <pc:docMk/>
          <pc:sldMk cId="4257270889" sldId="401"/>
        </pc:sldMkLst>
        <pc:spChg chg="del mod">
          <ac:chgData name="宰 山本" userId="3588b84fc98a27d2" providerId="LiveId" clId="{017FB11A-ED17-49E0-A159-C72AD14B9640}" dt="2025-04-30T14:49:28.803" v="2880" actId="478"/>
          <ac:spMkLst>
            <pc:docMk/>
            <pc:sldMk cId="4257270889" sldId="401"/>
            <ac:spMk id="2" creationId="{A48BF4C9-22F9-6985-5850-60A336BFCC3E}"/>
          </ac:spMkLst>
        </pc:spChg>
        <pc:spChg chg="add mod">
          <ac:chgData name="宰 山本" userId="3588b84fc98a27d2" providerId="LiveId" clId="{017FB11A-ED17-49E0-A159-C72AD14B9640}" dt="2025-04-30T14:38:26.343" v="2271" actId="2711"/>
          <ac:spMkLst>
            <pc:docMk/>
            <pc:sldMk cId="4257270889" sldId="401"/>
            <ac:spMk id="6" creationId="{92C89973-3F87-5082-5256-F1D3D1E5E0FF}"/>
          </ac:spMkLst>
        </pc:spChg>
        <pc:spChg chg="mod">
          <ac:chgData name="宰 山本" userId="3588b84fc98a27d2" providerId="LiveId" clId="{017FB11A-ED17-49E0-A159-C72AD14B9640}" dt="2025-04-30T14:54:14.017" v="3100" actId="20577"/>
          <ac:spMkLst>
            <pc:docMk/>
            <pc:sldMk cId="4257270889" sldId="401"/>
            <ac:spMk id="7" creationId="{4C2A82EF-11F0-4E6F-EEDF-39E95F2777A3}"/>
          </ac:spMkLst>
        </pc:spChg>
        <pc:spChg chg="add mod">
          <ac:chgData name="宰 山本" userId="3588b84fc98a27d2" providerId="LiveId" clId="{017FB11A-ED17-49E0-A159-C72AD14B9640}" dt="2025-04-30T14:53:22.628" v="3049" actId="20577"/>
          <ac:spMkLst>
            <pc:docMk/>
            <pc:sldMk cId="4257270889" sldId="401"/>
            <ac:spMk id="8" creationId="{2D913229-9FAC-BC5B-0410-7D5114AEE548}"/>
          </ac:spMkLst>
        </pc:spChg>
        <pc:picChg chg="add mod">
          <ac:chgData name="宰 山本" userId="3588b84fc98a27d2" providerId="LiveId" clId="{017FB11A-ED17-49E0-A159-C72AD14B9640}" dt="2025-04-30T14:36:03.024" v="2114" actId="1076"/>
          <ac:picMkLst>
            <pc:docMk/>
            <pc:sldMk cId="4257270889" sldId="401"/>
            <ac:picMk id="5" creationId="{18C5FEDD-3C9D-C611-1F63-4A07CEA678BB}"/>
          </ac:picMkLst>
        </pc:picChg>
      </pc:sldChg>
      <pc:sldChg chg="addSp delSp modSp mod">
        <pc:chgData name="宰 山本" userId="3588b84fc98a27d2" providerId="LiveId" clId="{017FB11A-ED17-49E0-A159-C72AD14B9640}" dt="2025-04-30T13:50:40.177" v="2045" actId="1076"/>
        <pc:sldMkLst>
          <pc:docMk/>
          <pc:sldMk cId="2970426243" sldId="402"/>
        </pc:sldMkLst>
        <pc:spChg chg="mod">
          <ac:chgData name="宰 山本" userId="3588b84fc98a27d2" providerId="LiveId" clId="{017FB11A-ED17-49E0-A159-C72AD14B9640}" dt="2025-04-30T13:45:07.888" v="1675" actId="14100"/>
          <ac:spMkLst>
            <pc:docMk/>
            <pc:sldMk cId="2970426243" sldId="402"/>
            <ac:spMk id="2" creationId="{65B50BD8-9398-D227-8CB0-4212FE7B7556}"/>
          </ac:spMkLst>
        </pc:spChg>
        <pc:spChg chg="add del mod">
          <ac:chgData name="宰 山本" userId="3588b84fc98a27d2" providerId="LiveId" clId="{017FB11A-ED17-49E0-A159-C72AD14B9640}" dt="2025-04-30T12:23:33.678" v="7"/>
          <ac:spMkLst>
            <pc:docMk/>
            <pc:sldMk cId="2970426243" sldId="402"/>
            <ac:spMk id="3" creationId="{CC1B68EE-6EB3-73CE-943A-0957C37C4D71}"/>
          </ac:spMkLst>
        </pc:spChg>
        <pc:spChg chg="add del mod">
          <ac:chgData name="宰 山本" userId="3588b84fc98a27d2" providerId="LiveId" clId="{017FB11A-ED17-49E0-A159-C72AD14B9640}" dt="2025-04-30T13:45:52.336" v="1702"/>
          <ac:spMkLst>
            <pc:docMk/>
            <pc:sldMk cId="2970426243" sldId="402"/>
            <ac:spMk id="6" creationId="{589D9F17-0AD5-9862-7BA3-CE833274D519}"/>
          </ac:spMkLst>
        </pc:spChg>
        <pc:spChg chg="mod">
          <ac:chgData name="宰 山本" userId="3588b84fc98a27d2" providerId="LiveId" clId="{017FB11A-ED17-49E0-A159-C72AD14B9640}" dt="2025-04-30T13:45:26.947" v="1693" actId="207"/>
          <ac:spMkLst>
            <pc:docMk/>
            <pc:sldMk cId="2970426243" sldId="402"/>
            <ac:spMk id="7" creationId="{447AC982-1224-9998-34A4-4B752D687CD6}"/>
          </ac:spMkLst>
        </pc:spChg>
        <pc:spChg chg="add mod">
          <ac:chgData name="宰 山本" userId="3588b84fc98a27d2" providerId="LiveId" clId="{017FB11A-ED17-49E0-A159-C72AD14B9640}" dt="2025-04-30T13:48:48.400" v="2039" actId="20577"/>
          <ac:spMkLst>
            <pc:docMk/>
            <pc:sldMk cId="2970426243" sldId="402"/>
            <ac:spMk id="8" creationId="{3C7A9197-AE67-9509-479C-B67600840620}"/>
          </ac:spMkLst>
        </pc:spChg>
        <pc:spChg chg="add del mod">
          <ac:chgData name="宰 山本" userId="3588b84fc98a27d2" providerId="LiveId" clId="{017FB11A-ED17-49E0-A159-C72AD14B9640}" dt="2025-04-30T13:50:32.404" v="2041" actId="22"/>
          <ac:spMkLst>
            <pc:docMk/>
            <pc:sldMk cId="2970426243" sldId="402"/>
            <ac:spMk id="11" creationId="{7074C74B-A00F-3119-A8D3-47CB74DD33E8}"/>
          </ac:spMkLst>
        </pc:spChg>
        <pc:spChg chg="add del mod">
          <ac:chgData name="宰 山本" userId="3588b84fc98a27d2" providerId="LiveId" clId="{017FB11A-ED17-49E0-A159-C72AD14B9640}" dt="2025-04-30T13:50:37.439" v="2044"/>
          <ac:spMkLst>
            <pc:docMk/>
            <pc:sldMk cId="2970426243" sldId="402"/>
            <ac:spMk id="16" creationId="{F473CBCD-B632-DB6A-7350-7D874AD56EC2}"/>
          </ac:spMkLst>
        </pc:spChg>
        <pc:picChg chg="add del mod">
          <ac:chgData name="宰 山本" userId="3588b84fc98a27d2" providerId="LiveId" clId="{017FB11A-ED17-49E0-A159-C72AD14B9640}" dt="2025-04-30T13:49:17.211" v="2040" actId="21"/>
          <ac:picMkLst>
            <pc:docMk/>
            <pc:sldMk cId="2970426243" sldId="402"/>
            <ac:picMk id="5" creationId="{0C8399FE-A66F-2826-A887-9BFCFE9C6045}"/>
          </ac:picMkLst>
        </pc:picChg>
        <pc:picChg chg="del">
          <ac:chgData name="宰 山本" userId="3588b84fc98a27d2" providerId="LiveId" clId="{017FB11A-ED17-49E0-A159-C72AD14B9640}" dt="2025-04-30T12:23:30.938" v="6" actId="21"/>
          <ac:picMkLst>
            <pc:docMk/>
            <pc:sldMk cId="2970426243" sldId="402"/>
            <ac:picMk id="9" creationId="{4FC95982-B3B5-A2E7-763B-0EB26A1DB15B}"/>
          </ac:picMkLst>
        </pc:picChg>
        <pc:picChg chg="del">
          <ac:chgData name="宰 山本" userId="3588b84fc98a27d2" providerId="LiveId" clId="{017FB11A-ED17-49E0-A159-C72AD14B9640}" dt="2025-04-30T12:23:30.938" v="6" actId="21"/>
          <ac:picMkLst>
            <pc:docMk/>
            <pc:sldMk cId="2970426243" sldId="402"/>
            <ac:picMk id="13" creationId="{ECF94F24-C03B-B8EF-8F5E-B11C5209C062}"/>
          </ac:picMkLst>
        </pc:picChg>
        <pc:picChg chg="add del mod ord">
          <ac:chgData name="宰 山本" userId="3588b84fc98a27d2" providerId="LiveId" clId="{017FB11A-ED17-49E0-A159-C72AD14B9640}" dt="2025-04-30T13:50:35.273" v="2043" actId="21"/>
          <ac:picMkLst>
            <pc:docMk/>
            <pc:sldMk cId="2970426243" sldId="402"/>
            <ac:picMk id="14" creationId="{1B09D5B6-1979-6350-08C4-8E66B2DD01C4}"/>
          </ac:picMkLst>
        </pc:picChg>
        <pc:picChg chg="add mod">
          <ac:chgData name="宰 山本" userId="3588b84fc98a27d2" providerId="LiveId" clId="{017FB11A-ED17-49E0-A159-C72AD14B9640}" dt="2025-04-30T13:50:40.177" v="2045" actId="1076"/>
          <ac:picMkLst>
            <pc:docMk/>
            <pc:sldMk cId="2970426243" sldId="402"/>
            <ac:picMk id="17" creationId="{E7A44F38-0579-4DE0-5120-76DBC749B548}"/>
          </ac:picMkLst>
        </pc:picChg>
        <pc:picChg chg="del">
          <ac:chgData name="宰 山本" userId="3588b84fc98a27d2" providerId="LiveId" clId="{017FB11A-ED17-49E0-A159-C72AD14B9640}" dt="2025-04-30T12:23:30.938" v="6" actId="21"/>
          <ac:picMkLst>
            <pc:docMk/>
            <pc:sldMk cId="2970426243" sldId="402"/>
            <ac:picMk id="1026" creationId="{2B3DC6A5-760F-37DC-F6DE-A9AD735A7BC5}"/>
          </ac:picMkLst>
        </pc:picChg>
        <pc:picChg chg="del">
          <ac:chgData name="宰 山本" userId="3588b84fc98a27d2" providerId="LiveId" clId="{017FB11A-ED17-49E0-A159-C72AD14B9640}" dt="2025-04-30T12:23:30.938" v="6" actId="21"/>
          <ac:picMkLst>
            <pc:docMk/>
            <pc:sldMk cId="2970426243" sldId="402"/>
            <ac:picMk id="1029" creationId="{E2EAAC52-95B0-9B92-27BE-CE33717BA0F3}"/>
          </ac:picMkLst>
        </pc:picChg>
        <pc:picChg chg="del">
          <ac:chgData name="宰 山本" userId="3588b84fc98a27d2" providerId="LiveId" clId="{017FB11A-ED17-49E0-A159-C72AD14B9640}" dt="2025-04-30T12:23:30.938" v="6" actId="21"/>
          <ac:picMkLst>
            <pc:docMk/>
            <pc:sldMk cId="2970426243" sldId="402"/>
            <ac:picMk id="1031" creationId="{F3EFA6AF-DC3F-0E7F-5FA3-0D324350EB0B}"/>
          </ac:picMkLst>
        </pc:picChg>
        <pc:picChg chg="del">
          <ac:chgData name="宰 山本" userId="3588b84fc98a27d2" providerId="LiveId" clId="{017FB11A-ED17-49E0-A159-C72AD14B9640}" dt="2025-04-30T12:23:30.938" v="6" actId="21"/>
          <ac:picMkLst>
            <pc:docMk/>
            <pc:sldMk cId="2970426243" sldId="402"/>
            <ac:picMk id="1033" creationId="{33E90463-58D8-49D8-8A7C-66CCB2B63FA1}"/>
          </ac:picMkLst>
        </pc:picChg>
      </pc:sldChg>
      <pc:sldChg chg="addSp delSp modSp mod">
        <pc:chgData name="宰 山本" userId="3588b84fc98a27d2" providerId="LiveId" clId="{017FB11A-ED17-49E0-A159-C72AD14B9640}" dt="2025-04-30T12:24:31.055" v="17" actId="1076"/>
        <pc:sldMkLst>
          <pc:docMk/>
          <pc:sldMk cId="3296405202" sldId="403"/>
        </pc:sldMkLst>
        <pc:spChg chg="mod">
          <ac:chgData name="宰 山本" userId="3588b84fc98a27d2" providerId="LiveId" clId="{017FB11A-ED17-49E0-A159-C72AD14B9640}" dt="2025-04-30T12:24:21.762" v="14" actId="2711"/>
          <ac:spMkLst>
            <pc:docMk/>
            <pc:sldMk cId="3296405202" sldId="403"/>
            <ac:spMk id="7" creationId="{EC758DD5-03C9-4A71-BD40-1F306AE4E2C3}"/>
          </ac:spMkLst>
        </pc:spChg>
        <pc:picChg chg="add mod">
          <ac:chgData name="宰 山本" userId="3588b84fc98a27d2" providerId="LiveId" clId="{017FB11A-ED17-49E0-A159-C72AD14B9640}" dt="2025-04-30T12:24:31.055" v="17" actId="1076"/>
          <ac:picMkLst>
            <pc:docMk/>
            <pc:sldMk cId="3296405202" sldId="403"/>
            <ac:picMk id="3" creationId="{5442E512-8C4A-5F46-9B9A-0ED886949BE0}"/>
          </ac:picMkLst>
        </pc:picChg>
        <pc:picChg chg="del">
          <ac:chgData name="宰 山本" userId="3588b84fc98a27d2" providerId="LiveId" clId="{017FB11A-ED17-49E0-A159-C72AD14B9640}" dt="2025-04-30T12:24:27.466" v="15" actId="21"/>
          <ac:picMkLst>
            <pc:docMk/>
            <pc:sldMk cId="3296405202" sldId="403"/>
            <ac:picMk id="10" creationId="{E5699D1C-D23E-1287-EE42-9E0541809399}"/>
          </ac:picMkLst>
        </pc:picChg>
        <pc:picChg chg="del">
          <ac:chgData name="宰 山本" userId="3588b84fc98a27d2" providerId="LiveId" clId="{017FB11A-ED17-49E0-A159-C72AD14B9640}" dt="2025-04-30T12:24:27.466" v="15" actId="21"/>
          <ac:picMkLst>
            <pc:docMk/>
            <pc:sldMk cId="3296405202" sldId="403"/>
            <ac:picMk id="14" creationId="{4BD41C10-C816-0DCD-EE60-EAA24ABCD43C}"/>
          </ac:picMkLst>
        </pc:picChg>
        <pc:picChg chg="del">
          <ac:chgData name="宰 山本" userId="3588b84fc98a27d2" providerId="LiveId" clId="{017FB11A-ED17-49E0-A159-C72AD14B9640}" dt="2025-04-30T12:24:27.466" v="15" actId="21"/>
          <ac:picMkLst>
            <pc:docMk/>
            <pc:sldMk cId="3296405202" sldId="403"/>
            <ac:picMk id="15" creationId="{8F8AC341-A677-8D39-D40B-4F64C4429740}"/>
          </ac:picMkLst>
        </pc:picChg>
      </pc:sldChg>
      <pc:sldChg chg="modSp add mod">
        <pc:chgData name="宰 山本" userId="3588b84fc98a27d2" providerId="LiveId" clId="{017FB11A-ED17-49E0-A159-C72AD14B9640}" dt="2025-04-30T13:40:03.476" v="1448" actId="20577"/>
        <pc:sldMkLst>
          <pc:docMk/>
          <pc:sldMk cId="331008472" sldId="404"/>
        </pc:sldMkLst>
        <pc:spChg chg="mod">
          <ac:chgData name="宰 山本" userId="3588b84fc98a27d2" providerId="LiveId" clId="{017FB11A-ED17-49E0-A159-C72AD14B9640}" dt="2025-04-30T13:40:03.476" v="1448" actId="20577"/>
          <ac:spMkLst>
            <pc:docMk/>
            <pc:sldMk cId="331008472" sldId="404"/>
            <ac:spMk id="2" creationId="{0F6B0876-F99B-3231-B1F1-9E64E3A8B1F6}"/>
          </ac:spMkLst>
        </pc:spChg>
      </pc:sldChg>
      <pc:sldChg chg="modSp add mod ord">
        <pc:chgData name="宰 山本" userId="3588b84fc98a27d2" providerId="LiveId" clId="{017FB11A-ED17-49E0-A159-C72AD14B9640}" dt="2025-04-30T13:42:05.828" v="1503" actId="20577"/>
        <pc:sldMkLst>
          <pc:docMk/>
          <pc:sldMk cId="3994483672" sldId="405"/>
        </pc:sldMkLst>
        <pc:spChg chg="mod">
          <ac:chgData name="宰 山本" userId="3588b84fc98a27d2" providerId="LiveId" clId="{017FB11A-ED17-49E0-A159-C72AD14B9640}" dt="2025-04-30T13:42:05.828" v="1503" actId="20577"/>
          <ac:spMkLst>
            <pc:docMk/>
            <pc:sldMk cId="3994483672" sldId="405"/>
            <ac:spMk id="2" creationId="{AFE0B9FA-193E-E913-277A-A85CBAEDD73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3A6868-9432-4B07-88BD-49A2E341DA3A}" type="datetimeFigureOut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259013" y="1233488"/>
            <a:ext cx="2217737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8255F9-7E7D-4815-B348-9EA5EFB9C61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76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5700" rtl="0" eaLnBrk="1" latinLnBrk="0" hangingPunct="1">
      <a:defRPr kumimoji="1" sz="1412" kern="1200">
        <a:solidFill>
          <a:schemeClr val="tx1"/>
        </a:solidFill>
        <a:latin typeface="+mn-lt"/>
        <a:ea typeface="+mn-ea"/>
        <a:cs typeface="+mn-cs"/>
      </a:defRPr>
    </a:lvl1pPr>
    <a:lvl2pPr marL="537850" algn="l" defTabSz="1075700" rtl="0" eaLnBrk="1" latinLnBrk="0" hangingPunct="1">
      <a:defRPr kumimoji="1" sz="1412" kern="1200">
        <a:solidFill>
          <a:schemeClr val="tx1"/>
        </a:solidFill>
        <a:latin typeface="+mn-lt"/>
        <a:ea typeface="+mn-ea"/>
        <a:cs typeface="+mn-cs"/>
      </a:defRPr>
    </a:lvl2pPr>
    <a:lvl3pPr marL="1075700" algn="l" defTabSz="1075700" rtl="0" eaLnBrk="1" latinLnBrk="0" hangingPunct="1">
      <a:defRPr kumimoji="1" sz="1412" kern="1200">
        <a:solidFill>
          <a:schemeClr val="tx1"/>
        </a:solidFill>
        <a:latin typeface="+mn-lt"/>
        <a:ea typeface="+mn-ea"/>
        <a:cs typeface="+mn-cs"/>
      </a:defRPr>
    </a:lvl3pPr>
    <a:lvl4pPr marL="1613550" algn="l" defTabSz="1075700" rtl="0" eaLnBrk="1" latinLnBrk="0" hangingPunct="1">
      <a:defRPr kumimoji="1" sz="1412" kern="1200">
        <a:solidFill>
          <a:schemeClr val="tx1"/>
        </a:solidFill>
        <a:latin typeface="+mn-lt"/>
        <a:ea typeface="+mn-ea"/>
        <a:cs typeface="+mn-cs"/>
      </a:defRPr>
    </a:lvl4pPr>
    <a:lvl5pPr marL="2151400" algn="l" defTabSz="1075700" rtl="0" eaLnBrk="1" latinLnBrk="0" hangingPunct="1">
      <a:defRPr kumimoji="1" sz="1412" kern="1200">
        <a:solidFill>
          <a:schemeClr val="tx1"/>
        </a:solidFill>
        <a:latin typeface="+mn-lt"/>
        <a:ea typeface="+mn-ea"/>
        <a:cs typeface="+mn-cs"/>
      </a:defRPr>
    </a:lvl5pPr>
    <a:lvl6pPr marL="2689250" algn="l" defTabSz="1075700" rtl="0" eaLnBrk="1" latinLnBrk="0" hangingPunct="1">
      <a:defRPr kumimoji="1" sz="1412" kern="1200">
        <a:solidFill>
          <a:schemeClr val="tx1"/>
        </a:solidFill>
        <a:latin typeface="+mn-lt"/>
        <a:ea typeface="+mn-ea"/>
        <a:cs typeface="+mn-cs"/>
      </a:defRPr>
    </a:lvl6pPr>
    <a:lvl7pPr marL="3227100" algn="l" defTabSz="1075700" rtl="0" eaLnBrk="1" latinLnBrk="0" hangingPunct="1">
      <a:defRPr kumimoji="1" sz="1412" kern="1200">
        <a:solidFill>
          <a:schemeClr val="tx1"/>
        </a:solidFill>
        <a:latin typeface="+mn-lt"/>
        <a:ea typeface="+mn-ea"/>
        <a:cs typeface="+mn-cs"/>
      </a:defRPr>
    </a:lvl7pPr>
    <a:lvl8pPr marL="3764951" algn="l" defTabSz="1075700" rtl="0" eaLnBrk="1" latinLnBrk="0" hangingPunct="1">
      <a:defRPr kumimoji="1" sz="1412" kern="1200">
        <a:solidFill>
          <a:schemeClr val="tx1"/>
        </a:solidFill>
        <a:latin typeface="+mn-lt"/>
        <a:ea typeface="+mn-ea"/>
        <a:cs typeface="+mn-cs"/>
      </a:defRPr>
    </a:lvl8pPr>
    <a:lvl9pPr marL="4302801" algn="l" defTabSz="1075700" rtl="0" eaLnBrk="1" latinLnBrk="0" hangingPunct="1">
      <a:defRPr kumimoji="1" sz="141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767462"/>
            <a:ext cx="6119416" cy="375991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5672376"/>
            <a:ext cx="5399485" cy="2607442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DCB98-C9D7-432F-9CCD-1E4658CF2D1E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FFCC-6AFB-4E69-A15E-3001AEC5F04D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2754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03" userDrawn="1">
          <p15:clr>
            <a:srgbClr val="FBAE40"/>
          </p15:clr>
        </p15:guide>
        <p15:guide id="2" pos="22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E173D-5457-49D5-B261-C9CB98B1D562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FFCC-6AFB-4E69-A15E-3001AEC5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4913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692444"/>
            <a:ext cx="6209407" cy="4492401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7227345"/>
            <a:ext cx="6209407" cy="236244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BD27B-DC44-48FD-90C4-D435D69BC93B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FFCC-6AFB-4E69-A15E-3001AEC5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466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874937"/>
            <a:ext cx="3059708" cy="685235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874937"/>
            <a:ext cx="3059708" cy="685235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2D7D5-87CB-42D0-8DC2-D3B249AECB4C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FFCC-6AFB-4E69-A15E-3001AEC5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666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574990"/>
            <a:ext cx="6209407" cy="208745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647443"/>
            <a:ext cx="3045646" cy="129747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944914"/>
            <a:ext cx="3045646" cy="58023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647443"/>
            <a:ext cx="3060646" cy="129747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944914"/>
            <a:ext cx="3060646" cy="58023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317AB-055E-4D7A-B598-8ABB9FEA386D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FFCC-6AFB-4E69-A15E-3001AEC5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690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FE157-0390-499B-A4D0-1CC62785763A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FFCC-6AFB-4E69-A15E-3001AEC5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948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79049-6A8C-4CD3-AE01-7ADFC1F4DA82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FFCC-6AFB-4E69-A15E-3001AEC5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3660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719984"/>
            <a:ext cx="2321966" cy="251994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554968"/>
            <a:ext cx="3644652" cy="7674832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3239929"/>
            <a:ext cx="2321966" cy="6002369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4D1D3-985D-46E7-A9CB-6619064F0B12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FFCC-6AFB-4E69-A15E-3001AEC5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2010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719984"/>
            <a:ext cx="2321966" cy="2519945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554968"/>
            <a:ext cx="3644652" cy="7674832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3239929"/>
            <a:ext cx="2321966" cy="6002369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61E1B-F46E-4F8D-A91F-0ED3215BD7EC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FFCC-6AFB-4E69-A15E-3001AEC5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7672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25F18-5A10-4DBD-9BEB-2545C8AE36E8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FFCC-6AFB-4E69-A15E-3001AEC5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3229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574987"/>
            <a:ext cx="1552352" cy="91523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574987"/>
            <a:ext cx="4567064" cy="915230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7AA91-4075-44FE-8239-7C8CFF86B90C}" type="datetime1">
              <a:rPr kumimoji="1" lang="ja-JP" altLang="en-US" smtClean="0"/>
              <a:t>2025/10/21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FFCC-6AFB-4E69-A15E-3001AEC5F0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865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574990"/>
            <a:ext cx="6209407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874937"/>
            <a:ext cx="6209407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10009783"/>
            <a:ext cx="161984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10009783"/>
            <a:ext cx="242976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10009783"/>
            <a:ext cx="161984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24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kumimoji="1"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kumimoji="1"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kumimoji="1"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kumimoji="1"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kumimoji="1"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kumimoji="1"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kumimoji="1"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kumimoji="1"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kumimoji="1"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kumimoji="1"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kumimoji="1"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kumimoji="1"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kumimoji="1"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kumimoji="1"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kumimoji="1"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kumimoji="1"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kumimoji="1"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kumimoji="1"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kumimoji="1"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3" userDrawn="1">
          <p15:clr>
            <a:srgbClr val="F26B43"/>
          </p15:clr>
        </p15:guide>
        <p15:guide id="2" pos="22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3225BF81-9537-587E-8D05-12E2E41495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949" y="25512"/>
            <a:ext cx="5536990" cy="276593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09BD24E-C4D0-50D2-2397-6E6739C5C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87" y="6143035"/>
            <a:ext cx="5536990" cy="405273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3C17051-F8E9-AB38-FBBF-8F180148D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73618"/>
            <a:ext cx="6714969" cy="1461977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360F517-3186-95ED-5817-DE8DF879ED56}"/>
              </a:ext>
            </a:extLst>
          </p:cNvPr>
          <p:cNvSpPr txBox="1"/>
          <p:nvPr/>
        </p:nvSpPr>
        <p:spPr>
          <a:xfrm>
            <a:off x="295275" y="2924685"/>
            <a:ext cx="5336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>
                <a:solidFill>
                  <a:srgbClr val="FF0000"/>
                </a:solidFill>
                <a:latin typeface="+mn-ea"/>
              </a:rPr>
              <a:t>AWSCLI</a:t>
            </a:r>
            <a:r>
              <a:rPr kumimoji="1" lang="ja-JP" altLang="en-US" sz="1200" b="1" dirty="0">
                <a:solidFill>
                  <a:srgbClr val="FF0000"/>
                </a:solidFill>
                <a:latin typeface="+mn-ea"/>
              </a:rPr>
              <a:t>のダウンロードが完了できたか不明？　</a:t>
            </a:r>
            <a:r>
              <a:rPr kumimoji="1" lang="en-US" altLang="ja-JP" sz="1200" b="1" dirty="0">
                <a:solidFill>
                  <a:srgbClr val="FF0000"/>
                </a:solidFill>
                <a:latin typeface="+mn-ea"/>
              </a:rPr>
              <a:t>【finish】</a:t>
            </a:r>
            <a:r>
              <a:rPr kumimoji="1" lang="ja-JP" altLang="en-US" sz="1200" b="1" dirty="0">
                <a:solidFill>
                  <a:srgbClr val="FF0000"/>
                </a:solidFill>
                <a:latin typeface="+mn-ea"/>
              </a:rPr>
              <a:t>までは確認ずみ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EFC97D5-B61D-EA02-59CC-7A4E3CD10AA5}"/>
              </a:ext>
            </a:extLst>
          </p:cNvPr>
          <p:cNvSpPr txBox="1"/>
          <p:nvPr/>
        </p:nvSpPr>
        <p:spPr>
          <a:xfrm>
            <a:off x="795031" y="5530530"/>
            <a:ext cx="59199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err="1">
                <a:solidFill>
                  <a:srgbClr val="FF0000"/>
                </a:solidFill>
                <a:latin typeface="+mn-ea"/>
              </a:rPr>
              <a:t>dmm-webcamp</a:t>
            </a:r>
            <a:r>
              <a:rPr kumimoji="1" lang="ja-JP" altLang="en-US" sz="1200" b="1" dirty="0">
                <a:solidFill>
                  <a:srgbClr val="FF0000"/>
                </a:solidFill>
                <a:latin typeface="+mn-ea"/>
              </a:rPr>
              <a:t>インスタンスを作成したのに、</a:t>
            </a:r>
            <a:r>
              <a:rPr kumimoji="1" lang="en-US" altLang="ja-JP" sz="1200" b="1" dirty="0">
                <a:solidFill>
                  <a:srgbClr val="FF0000"/>
                </a:solidFill>
                <a:latin typeface="+mn-ea"/>
              </a:rPr>
              <a:t>test</a:t>
            </a:r>
            <a:r>
              <a:rPr kumimoji="1" lang="ja-JP" altLang="en-US" sz="1200" b="1" dirty="0">
                <a:solidFill>
                  <a:srgbClr val="FF0000"/>
                </a:solidFill>
                <a:latin typeface="+mn-ea"/>
              </a:rPr>
              <a:t>の話が進んでおり意味不明</a:t>
            </a:r>
          </a:p>
        </p:txBody>
      </p:sp>
    </p:spTree>
    <p:extLst>
      <p:ext uri="{BB962C8B-B14F-4D97-AF65-F5344CB8AC3E}">
        <p14:creationId xmlns:p14="http://schemas.microsoft.com/office/powerpoint/2010/main" val="19569389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11181</TotalTime>
  <Words>30</Words>
  <Application>Microsoft Office PowerPoint</Application>
  <PresentationFormat>ユーザー設定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Arial</vt:lpstr>
      <vt:lpstr>Calibri</vt:lpstr>
      <vt:lpstr>Calibri Light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佐野 和之</dc:creator>
  <cp:lastModifiedBy>宰 山本</cp:lastModifiedBy>
  <cp:revision>1260</cp:revision>
  <cp:lastPrinted>2025-09-09T09:15:30Z</cp:lastPrinted>
  <dcterms:created xsi:type="dcterms:W3CDTF">2024-04-18T00:29:12Z</dcterms:created>
  <dcterms:modified xsi:type="dcterms:W3CDTF">2025-10-21T14:34:36Z</dcterms:modified>
</cp:coreProperties>
</file>